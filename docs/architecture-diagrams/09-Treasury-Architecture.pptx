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4.6  Treasury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Treasury operations spanning hot and cold wallets, sweeps, reconciliation, key management, audit, and risk controls.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" y="990599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700" y="3028950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700" y="5067300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287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Hot Wallet Store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52700" y="16287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Cold Wallet Store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48200" y="16287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Reserve Policy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6712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Treasury Operations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2700" y="366712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Deposit Sweeps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8200" y="366712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Reconciliation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05475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Key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2700" y="5705475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Audit Trail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8200" y="57054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Risk Controls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