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73152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Segoe UI"/>
              </a:defRPr>
            </a:pPr>
            <a:r>
              <a:t>Figure 6.3  Network Topology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3891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Segoe UI"/>
              </a:defRPr>
            </a:pPr>
            <a:r>
              <a:t>Purpose: Public, private, and internal network segmentation for exchange services.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266700" y="990599"/>
            <a:ext cx="10163175" cy="1962150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6700" y="3028950"/>
            <a:ext cx="10163175" cy="1962150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6700" y="5067300"/>
            <a:ext cx="10163175" cy="1962150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28775"/>
            <a:ext cx="1866899" cy="685800"/>
          </a:xfrm>
          <a:prstGeom prst="rect">
            <a:avLst/>
          </a:prstGeom>
          <a:solidFill>
            <a:srgbClr val="E7DFEC"/>
          </a:solidFill>
          <a:ln w="254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Internet Clients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552700" y="1628775"/>
            <a:ext cx="1866899" cy="685800"/>
          </a:xfrm>
          <a:prstGeom prst="rect">
            <a:avLst/>
          </a:prstGeom>
          <a:solidFill>
            <a:srgbClr val="F3F2F1"/>
          </a:solidFill>
          <a:ln w="2540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Public Endpoint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648200" y="1628775"/>
            <a:ext cx="1866899" cy="685800"/>
          </a:xfrm>
          <a:prstGeom prst="rect">
            <a:avLst/>
          </a:prstGeom>
          <a:solidFill>
            <a:srgbClr val="F3F2F1"/>
          </a:solidFill>
          <a:ln w="2540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Edge Firewall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67125"/>
            <a:ext cx="1866899" cy="685800"/>
          </a:xfrm>
          <a:prstGeom prst="rect">
            <a:avLst/>
          </a:prstGeom>
          <a:solidFill>
            <a:srgbClr val="F3F2F1"/>
          </a:solidFill>
          <a:ln w="2540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Web Tier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52700" y="3667125"/>
            <a:ext cx="1866899" cy="685800"/>
          </a:xfrm>
          <a:prstGeom prst="rect">
            <a:avLst/>
          </a:prstGeom>
          <a:solidFill>
            <a:srgbClr val="F3F2F1"/>
          </a:solidFill>
          <a:ln w="2540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Admin Tier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48200" y="3667125"/>
            <a:ext cx="1866899" cy="685800"/>
          </a:xfrm>
          <a:prstGeom prst="rect">
            <a:avLst/>
          </a:prstGeom>
          <a:solidFill>
            <a:srgbClr val="F3F2F1"/>
          </a:solidFill>
          <a:ln w="2540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API Tier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705475"/>
            <a:ext cx="1866899" cy="685800"/>
          </a:xfrm>
          <a:prstGeom prst="rect">
            <a:avLst/>
          </a:prstGeom>
          <a:solidFill>
            <a:srgbClr val="F3F2F1"/>
          </a:solidFill>
          <a:ln w="2540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Matching Engine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52700" y="5705475"/>
            <a:ext cx="1866899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Data Services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48200" y="5705475"/>
            <a:ext cx="1866899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Messaging Services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