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4.4  Settlement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How trade events become ledger entries, wallet balance updates, audit records, and user notifications.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5095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24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9885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0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Audit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13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5095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Queue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24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9885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17280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Balance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Audit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13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5095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24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9885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17280" y="3152775"/>
            <a:ext cx="178879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Balance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70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Audit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13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