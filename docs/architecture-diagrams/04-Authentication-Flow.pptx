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4.1  Authentication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registration, login, token issuance, session management, and role-based access enable secure platform entry.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459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1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Credential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9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Multi-Factor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526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Token Issuance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Session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08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4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Secure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Registration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459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Login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1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Credential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9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Multi-Factor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6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Token Issuance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Session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08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44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Secure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Registration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459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1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Credential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9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Multi-Factor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26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Token Issuance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Session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08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44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Secure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