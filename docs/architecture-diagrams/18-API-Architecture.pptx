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7.1  API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How clients reach business and financial APIs through gateway, authentication, and data persistence layers.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1452562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2519362"/>
            <a:ext cx="10163175" cy="1452562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4048124"/>
            <a:ext cx="10163175" cy="1452562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700" y="5576887"/>
            <a:ext cx="10163175" cy="1452562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3981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Web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2700" y="1373981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8200" y="1373981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Mobile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43700" y="1373981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Partner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02743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API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2700" y="2902743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Authentication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8200" y="2902743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Rate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150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Core Business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52700" y="443150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Financial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8200" y="443150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3700" y="4431506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Public REST APIs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60268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Operational 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52700" y="5960268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Session 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