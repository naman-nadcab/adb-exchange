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2.3  Component Interaction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Which major platform modules interact to deliver exchange capabilities.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8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7454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7709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7964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Treasury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18219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P2P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3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Operational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