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5.2  Security Layer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Concentric security domains from network perimeter to financial core and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