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4.8  P2P Escrow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Peer-to-peer trade lifecycle including escrow, payment verification, release, dispute, admin review, and settlement.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0295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6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Escrow 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950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Payment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0295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Dispute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769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95085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0295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76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Escrow 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50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Payment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60295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769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5085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60295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76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Escrow Lock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950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Payment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Verification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Release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60295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Dispute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7769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95085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2576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Notifications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