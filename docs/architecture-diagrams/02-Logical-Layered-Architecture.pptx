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Segoe UI"/>
              </a:defRPr>
            </a:pPr>
            <a:r>
              <a:t>Figure 2.2  Logical Layered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Segoe UI"/>
              </a:defRPr>
            </a:pPr>
            <a:r>
              <a:t>Purpose: Logical separation of presentation, application, business, financial, infrastructure, and observability concerns.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700" y="990599"/>
            <a:ext cx="10163175" cy="942975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6700" y="2009774"/>
            <a:ext cx="10163175" cy="942975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700" y="3028950"/>
            <a:ext cx="10163175" cy="942975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700" y="4048124"/>
            <a:ext cx="10163175" cy="942975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6700" y="5067300"/>
            <a:ext cx="10163175" cy="942975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6700" y="6086475"/>
            <a:ext cx="10163175" cy="942975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19187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Web Experience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2700" y="1119187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Admin Experience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8200" y="1119187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Mobile Experience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43700" y="1119187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Public API Docs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38362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API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52700" y="2138362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Matching Platform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8200" y="2138362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Integration Hub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43700" y="2138362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Session Platform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57537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Identity &amp; 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52700" y="3157537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Spot Trading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8200" y="3157537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P2P Marketplace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43700" y="3157537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Compliance Controls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76712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Settlement Engine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52700" y="4176712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Wallet &amp; Ledger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48200" y="4176712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Treasury Operations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43700" y="4176712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Fee &amp; Risk Controls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95887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Relational Store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52700" y="5195887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Cache &amp; Sessions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48200" y="5195887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Async Messaging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43700" y="5195887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Stream Processing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215062"/>
            <a:ext cx="1866899" cy="685800"/>
          </a:xfrm>
          <a:prstGeom prst="rect">
            <a:avLst/>
          </a:prstGeom>
          <a:solidFill>
            <a:srgbClr val="D4EDDA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Metrics Pipeline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52700" y="6215062"/>
            <a:ext cx="1866899" cy="685800"/>
          </a:xfrm>
          <a:prstGeom prst="rect">
            <a:avLst/>
          </a:prstGeom>
          <a:solidFill>
            <a:srgbClr val="D4EDDA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Operational Dashboards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8200" y="6215062"/>
            <a:ext cx="1866899" cy="685800"/>
          </a:xfrm>
          <a:prstGeom prst="rect">
            <a:avLst/>
          </a:prstGeom>
          <a:solidFill>
            <a:srgbClr val="D4EDDA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SLO Monitoring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43700" y="6215062"/>
            <a:ext cx="1866899" cy="685800"/>
          </a:xfrm>
          <a:prstGeom prst="rect">
            <a:avLst/>
          </a:prstGeom>
          <a:solidFill>
            <a:srgbClr val="D4EDDA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Incident Signals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