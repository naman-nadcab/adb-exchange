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4.2  Trading Lifecycle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End-to-end spot order processing from submission through balance update and client notification.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95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Order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934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Risk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9674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413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Trade Capture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153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9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Ledger Posting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55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Balance 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915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Client Notification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95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Order Submission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934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Risk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674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413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Trade Capture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153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9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Ledger Posting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955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Balance Update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915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Client Notification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95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Order Submission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934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Risk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9674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13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Trade Capture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153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9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Ledger Posting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95550" y="4257675"/>
            <a:ext cx="1905000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Balance Update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915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Client Notification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