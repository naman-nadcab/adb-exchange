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6.4  Monitoring &amp; Observability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Metrics collection, health monitoring, alerting, dashboards, and operational visibility.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302895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5067300"/>
            <a:ext cx="10163175" cy="1962150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Matching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82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Indexer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3700" y="1628775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6712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Metrics Store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2700" y="366712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Alert Rules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8200" y="366712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Health Probes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70547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Operations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52700" y="570547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8200" y="5705475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Incident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