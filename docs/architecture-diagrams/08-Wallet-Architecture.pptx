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4.5  Wallet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Deposit and withdrawal processing including indexing, signing, chain connectivity, and balance management.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" y="990599"/>
            <a:ext cx="10163175" cy="1962150"/>
          </a:xfrm>
          <a:prstGeom prst="rect">
            <a:avLst/>
          </a:prstGeom>
          <a:solidFill>
            <a:srgbClr val="DEECF9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6700" y="3028950"/>
            <a:ext cx="10163175" cy="1962150"/>
          </a:xfrm>
          <a:prstGeom prst="rect">
            <a:avLst/>
          </a:prstGeom>
          <a:solidFill>
            <a:srgbClr val="E7DFEC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700" y="5067300"/>
            <a:ext cx="10163175" cy="1962150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2877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Deposit Request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552700" y="162877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Blockchain Indexer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648200" y="162877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Credit 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6712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Withdrawal Request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2700" y="366712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Signing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8200" y="3667125"/>
            <a:ext cx="1866899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Chain Broadcast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05475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Hot Wallet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2700" y="5705475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Cold Wallet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8200" y="5705475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Ledger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43700" y="5705475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Balances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