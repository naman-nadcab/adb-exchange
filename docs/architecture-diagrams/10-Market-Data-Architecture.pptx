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4.7  Market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How trades, tickers, charts, and order books are served via REST and WebSocket channels.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Trade Feed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Ticker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Chart Aggregates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16287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Order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Stream Processor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Distributed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Streaming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WebSocket Feed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Market Snapshots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