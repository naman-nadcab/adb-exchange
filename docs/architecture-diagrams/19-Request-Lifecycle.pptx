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7.2  API 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Lifecycle of an authenticated API request through gateway, business processing, optional settlement, and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Client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5595" y="3152775"/>
            <a:ext cx="178879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29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903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Business 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077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Financial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Response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Client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5595" y="3152775"/>
            <a:ext cx="178879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Gateway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29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Authentication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903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Business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77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Financial 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Response 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3152775"/>
            <a:ext cx="1788795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Client 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5595" y="3152775"/>
            <a:ext cx="1788795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Gateway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299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Authentication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90385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Business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7780" y="3152775"/>
            <a:ext cx="1788795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Financial 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4257675"/>
            <a:ext cx="1905000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Response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