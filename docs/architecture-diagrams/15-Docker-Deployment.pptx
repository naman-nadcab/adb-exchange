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6.2  Container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Docker Compose deployment showing application containers, data containers, network, and persistent volumes.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97454" y="162877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Administration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709" y="162877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7964" y="162877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8219" y="162877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Indexer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6712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7454" y="366712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Distributed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7709" y="366712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Message Broker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7964" y="366712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Streaming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8219" y="3667125"/>
            <a:ext cx="181165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Database Volume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Cache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Engine 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3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Queue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