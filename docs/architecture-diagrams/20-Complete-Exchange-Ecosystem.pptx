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8.1  Complete Exchange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Full ecosystem map showing actors, channels, platform services, financial processing, infrastructure, and observability.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1864178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2737757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700" y="3611335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6700" y="4484914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700" y="5358492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6700" y="6232071"/>
            <a:ext cx="10163175" cy="797378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46389"/>
            <a:ext cx="181165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Retail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97454" y="1046389"/>
            <a:ext cx="181165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Institutions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37709" y="1046389"/>
            <a:ext cx="181165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Administrators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77964" y="1046389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18219" y="1046389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Mobile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19967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API Consumers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2700" y="1919967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Gateway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48200" y="1919967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Security Edge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93546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Customer Platform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52700" y="2793546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 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8200" y="2793546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Integration Platform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67125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Trading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97454" y="3667125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Wallet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7709" y="3667125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Treasury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77964" y="3667125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P2P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18219" y="3667125"/>
            <a:ext cx="181165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Compliance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40703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Notification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52700" y="4540703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8200" y="4540703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Ledger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14282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Database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52700" y="5414282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Distributed Cache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8200" y="5414282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Message Broker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43700" y="5414282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Containers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287860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Monitoring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52700" y="6287860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Dashboards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8200" y="6287860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Health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