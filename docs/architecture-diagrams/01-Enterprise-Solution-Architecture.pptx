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2.1  Enterprise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How users, edge services, applications, financial engines, data stores, and observability compose the production deployment.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1864178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2737757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700" y="3611335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700" y="4484914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700" y="5358492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6700" y="6232071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46389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Retail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2700" y="1046389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Institutional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8200" y="1046389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Administrators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3700" y="1046389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Mobile Clients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19967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Internet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52700" y="1919967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Reverse Proxy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8200" y="1919967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TLS Termination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3700" y="1919967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Load Distribution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9354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Web Application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52700" y="279354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Administration Portal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8200" y="279354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API Gateway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3700" y="279354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Matching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527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Wallet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482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Treasury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437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Indexer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40703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Operational Database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52700" y="4540703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Distributed Cache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8200" y="4540703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Message Broker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43700" y="4540703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Event Streaming Platform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1428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Metrics Collection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52700" y="541428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Dashboards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8200" y="541428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Health Probes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3700" y="541428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Alert Rules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87860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Container Runtime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52700" y="6287860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Private Network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48200" y="6287860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Key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43700" y="6287860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External RPC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